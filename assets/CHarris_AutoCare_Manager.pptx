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89214-30CD-49A6-9BFC-BE222B0A06BA}" v="12" dt="2026-09-23T22:37:34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95" autoAdjust="0"/>
  </p:normalViewPr>
  <p:slideViewPr>
    <p:cSldViewPr snapToGrid="0" snapToObjects="1">
      <p:cViewPr>
        <p:scale>
          <a:sx n="75" d="100"/>
          <a:sy n="75" d="100"/>
        </p:scale>
        <p:origin x="138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Harris" userId="1e43985cd7e4c3a4" providerId="LiveId" clId="{7CD7C6F4-1B00-4F33-9DD2-7B163D1E20F9}"/>
    <pc:docChg chg="undo custSel modSld">
      <pc:chgData name="Cody Harris" userId="1e43985cd7e4c3a4" providerId="LiveId" clId="{7CD7C6F4-1B00-4F33-9DD2-7B163D1E20F9}" dt="2026-09-23T23:42:04.705" v="386" actId="20577"/>
      <pc:docMkLst>
        <pc:docMk/>
      </pc:docMkLst>
      <pc:sldChg chg="modSp mod modNotesTx">
        <pc:chgData name="Cody Harris" userId="1e43985cd7e4c3a4" providerId="LiveId" clId="{7CD7C6F4-1B00-4F33-9DD2-7B163D1E20F9}" dt="2026-09-23T23:26:24.813" v="380" actId="20577"/>
        <pc:sldMkLst>
          <pc:docMk/>
          <pc:sldMk cId="0" sldId="256"/>
        </pc:sldMkLst>
        <pc:picChg chg="mod modCrop">
          <ac:chgData name="Cody Harris" userId="1e43985cd7e4c3a4" providerId="LiveId" clId="{7CD7C6F4-1B00-4F33-9DD2-7B163D1E20F9}" dt="2026-09-23T22:15:46.766" v="43" actId="732"/>
          <ac:picMkLst>
            <pc:docMk/>
            <pc:sldMk cId="0" sldId="256"/>
            <ac:picMk id="2" creationId="{00000000-0000-0000-0000-000000000000}"/>
          </ac:picMkLst>
        </pc:picChg>
      </pc:sldChg>
      <pc:sldChg chg="modSp mod modNotesTx">
        <pc:chgData name="Cody Harris" userId="1e43985cd7e4c3a4" providerId="LiveId" clId="{7CD7C6F4-1B00-4F33-9DD2-7B163D1E20F9}" dt="2026-09-23T23:26:30.485" v="384" actId="20577"/>
        <pc:sldMkLst>
          <pc:docMk/>
          <pc:sldMk cId="0" sldId="257"/>
        </pc:sldMkLst>
        <pc:picChg chg="mod modCrop">
          <ac:chgData name="Cody Harris" userId="1e43985cd7e4c3a4" providerId="LiveId" clId="{7CD7C6F4-1B00-4F33-9DD2-7B163D1E20F9}" dt="2026-09-23T22:17:07.857" v="53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 mod modNotesTx">
        <pc:chgData name="Cody Harris" userId="1e43985cd7e4c3a4" providerId="LiveId" clId="{7CD7C6F4-1B00-4F33-9DD2-7B163D1E20F9}" dt="2026-09-23T23:24:28.262" v="362" actId="20577"/>
        <pc:sldMkLst>
          <pc:docMk/>
          <pc:sldMk cId="0" sldId="258"/>
        </pc:sldMkLst>
        <pc:picChg chg="mod modCrop">
          <ac:chgData name="Cody Harris" userId="1e43985cd7e4c3a4" providerId="LiveId" clId="{7CD7C6F4-1B00-4F33-9DD2-7B163D1E20F9}" dt="2026-09-23T22:17:36.639" v="57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 mod modNotesTx">
        <pc:chgData name="Cody Harris" userId="1e43985cd7e4c3a4" providerId="LiveId" clId="{7CD7C6F4-1B00-4F33-9DD2-7B163D1E20F9}" dt="2026-09-23T23:42:04.705" v="386" actId="20577"/>
        <pc:sldMkLst>
          <pc:docMk/>
          <pc:sldMk cId="0" sldId="259"/>
        </pc:sldMkLst>
        <pc:picChg chg="mod modCrop">
          <ac:chgData name="Cody Harris" userId="1e43985cd7e4c3a4" providerId="LiveId" clId="{7CD7C6F4-1B00-4F33-9DD2-7B163D1E20F9}" dt="2026-09-23T22:18:31.902" v="64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 mod modNotesTx">
        <pc:chgData name="Cody Harris" userId="1e43985cd7e4c3a4" providerId="LiveId" clId="{7CD7C6F4-1B00-4F33-9DD2-7B163D1E20F9}" dt="2026-09-23T22:37:25.744" v="344" actId="20577"/>
        <pc:sldMkLst>
          <pc:docMk/>
          <pc:sldMk cId="0" sldId="260"/>
        </pc:sldMkLst>
        <pc:picChg chg="mod modCrop">
          <ac:chgData name="Cody Harris" userId="1e43985cd7e4c3a4" providerId="LiveId" clId="{7CD7C6F4-1B00-4F33-9DD2-7B163D1E20F9}" dt="2026-09-23T22:19:04.732" v="69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 mod modNotesTx">
        <pc:chgData name="Cody Harris" userId="1e43985cd7e4c3a4" providerId="LiveId" clId="{7CD7C6F4-1B00-4F33-9DD2-7B163D1E20F9}" dt="2026-09-23T23:25:03.096" v="375" actId="20577"/>
        <pc:sldMkLst>
          <pc:docMk/>
          <pc:sldMk cId="0" sldId="261"/>
        </pc:sldMkLst>
        <pc:picChg chg="mod modCrop">
          <ac:chgData name="Cody Harris" userId="1e43985cd7e4c3a4" providerId="LiveId" clId="{7CD7C6F4-1B00-4F33-9DD2-7B163D1E20F9}" dt="2026-09-23T22:19:27.406" v="72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addSp delSp modSp mod modNotesTx">
        <pc:chgData name="Cody Harris" userId="1e43985cd7e4c3a4" providerId="LiveId" clId="{7CD7C6F4-1B00-4F33-9DD2-7B163D1E20F9}" dt="2026-09-23T23:24:23.199" v="357" actId="20577"/>
        <pc:sldMkLst>
          <pc:docMk/>
          <pc:sldMk cId="0" sldId="262"/>
        </pc:sldMkLst>
        <pc:picChg chg="del mod">
          <ac:chgData name="Cody Harris" userId="1e43985cd7e4c3a4" providerId="LiveId" clId="{7CD7C6F4-1B00-4F33-9DD2-7B163D1E20F9}" dt="2026-09-23T22:25:08.846" v="73" actId="478"/>
          <ac:picMkLst>
            <pc:docMk/>
            <pc:sldMk cId="0" sldId="262"/>
            <ac:picMk id="2" creationId="{00000000-0000-0000-0000-000000000000}"/>
          </ac:picMkLst>
        </pc:picChg>
        <pc:picChg chg="add mod">
          <ac:chgData name="Cody Harris" userId="1e43985cd7e4c3a4" providerId="LiveId" clId="{7CD7C6F4-1B00-4F33-9DD2-7B163D1E20F9}" dt="2026-09-23T22:25:49.101" v="79" actId="14100"/>
          <ac:picMkLst>
            <pc:docMk/>
            <pc:sldMk cId="0" sldId="262"/>
            <ac:picMk id="4" creationId="{C23255DD-4AE1-64DD-4251-C8CF7A2667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40F8E-088B-4369-AE0D-98B22DFC39A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D9FAE-6BC2-4820-AD45-AA7147BC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3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My name is Cody Harris, and this is my final Project and Portfolio 1 showcase.</a:t>
            </a:r>
          </a:p>
          <a:p>
            <a:pPr>
              <a:buNone/>
            </a:pPr>
            <a:r>
              <a:rPr lang="en-US" dirty="0"/>
              <a:t>For this course, I developed </a:t>
            </a:r>
            <a:r>
              <a:rPr lang="en-US" dirty="0" err="1"/>
              <a:t>AutoCare</a:t>
            </a:r>
            <a:r>
              <a:rPr lang="en-US" dirty="0"/>
              <a:t> Manager, a C++ Vehicle Service and Maintenance Management System.</a:t>
            </a:r>
          </a:p>
          <a:p>
            <a:pPr>
              <a:buNone/>
            </a:pPr>
            <a:r>
              <a:rPr lang="en-US" dirty="0"/>
              <a:t>The purpose of the application is to manage vehicles, service records, service history, and reusable service types while using object-oriented programming and structured data management.</a:t>
            </a:r>
          </a:p>
          <a:p>
            <a:pPr>
              <a:buNone/>
            </a:pPr>
            <a:r>
              <a:rPr lang="en-US" dirty="0"/>
              <a:t>Throughout the project, I also used Visual Studio and GitHub to manage development, testing, documentation, and version control.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5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Several concepts from this course played an important role in developing my project.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first was object-oriented programming. I used separate Vehicle,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ServiceRecord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ServiceType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MaintenanceManager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classes. This helped me understand how different objects can work together instead of putting all of the program logic into one 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second concept was vectors and data structures. I used vectors to manage collections of vehicles, service records, and service types.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also improved my understanding of input validation. The program checks for invalid IDs, duplicate records, negative mileage or costs, invalid menu selections, and relationships between vehicles and their service records.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Another major skill was version control. I used GitHub branches, commits, pull requests, issues, and milestones throughout development.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Finally, I improved my ability to refactor code so that the program became more organized and reusable as it grew.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7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developed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AutoCare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Manager over several milestones rather than trying to build the entire application at once.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project began with the basic structure for managing vehicles and service records. I then expanded the application with stronger validation and the ability to view the complete service history for an individual vehicle.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Later, I created a reusable Service Type Library. This allowed predefined services and pricing to be reused when creating service records, while still allowing custom service types.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Another major improvement was changing service record deletion into a soft-removal system. Instead of permanently deleting maintenance history, removed records remain stored and are clearly marked as removed.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During the final milestone, I expanded this again by adding restoration functionality so an accidentally removed service record can be returned to active status.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GitHub Issues, milestones, and my project board helped me organize these changes and track the project from development through final testing.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18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 this point,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switch from PowerPoint to Visual Studio and run the program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Now I’ll demonstrate the completed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AutoCare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is the main menu, which provides access to the major functions of the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can add a vehicle and then view the vehicles currently stored by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adding a service record, the program verifies the vehicle and allows me to select a service using the reusable Service Type Library.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can then view the service records or select an individual vehicle and display its service history.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of the final features I developed is the service-record removal system. When I remove a service record, the record is not permanently deleted. It remains part of the vehicle's maintenance history and is displayed with the red REMOVED indicator.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record was removed accidentally, I can select it again and cancel the removal status. The program restores the record and returns it to its normal active display.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allows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AutoCare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Manager to preserve historical maintenance information while still allowing the status of a record to be corrected.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1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Switch back to PowerPoint.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Preserving service history became one of the important design decisions in the final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Instead of deleting data from the vector, the program changes the status of the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ServiceRecord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object.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MaintenanceManager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provides centralized functionality for managing vehicles, service records, service types, removal, and restoration.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design gave me a better understanding of how objects and data structures can work together to solve a practical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07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of my biggest improvements during this course was learning how to organize a larger C++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Earlier projects were easier to manage because they contained fewer files and features.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AutoCare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Manager required me to think more about class responsibilities, validation, debugging, program flow, and how a new feature could affect existing functionality.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also became more comfortable using GitHub as an actual development tool instead of simply using it as a place to store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I were starting the project again, I would plan some of the reusable components and testing paths earlier. That would make later development and refactoring more efficient.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These are skills that I can continue building on as I move into larger Computer Science and software development projects.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7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final version of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AutoCare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Manager includes vehicle management, service-record management, vehicle service history, reusable and custom service types, input validation, and preserved service records with removal and restoration.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completed project was successfully rebuilt using the Debug x64 configuration in Visual Studio. I also completed final feature testing, documentation, and screenshots in preparation for submission.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project helped me combine the individual C++ concepts I learned into a complete application while also gaining experience with a structured development and GitHub version-control workflow.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 name is Cody Harris, and this concludes my final Project and Portfolio 1 showcase. Thank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D9FAE-6BC2-4820-AD45-AA7147BC9C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4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1.png"/>
          <p:cNvPicPr>
            <a:picLocks noChangeAspect="1"/>
          </p:cNvPicPr>
          <p:nvPr/>
        </p:nvPicPr>
        <p:blipFill>
          <a:blip r:embed="rId3"/>
          <a:srcRect l="6323" t="6467" r="1021" b="1468"/>
          <a:stretch>
            <a:fillRect/>
          </a:stretch>
        </p:blipFill>
        <p:spPr>
          <a:xfrm>
            <a:off x="0" y="0"/>
            <a:ext cx="12128499" cy="68557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2.png"/>
          <p:cNvPicPr>
            <a:picLocks noChangeAspect="1"/>
          </p:cNvPicPr>
          <p:nvPr/>
        </p:nvPicPr>
        <p:blipFill>
          <a:blip r:embed="rId3"/>
          <a:srcRect l="3460" t="7332" b="-944"/>
          <a:stretch>
            <a:fillRect/>
          </a:stretch>
        </p:blipFill>
        <p:spPr>
          <a:xfrm>
            <a:off x="0" y="0"/>
            <a:ext cx="12209863" cy="6934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3.png"/>
          <p:cNvPicPr>
            <a:picLocks noChangeAspect="1"/>
          </p:cNvPicPr>
          <p:nvPr/>
        </p:nvPicPr>
        <p:blipFill>
          <a:blip r:embed="rId3"/>
          <a:srcRect l="4956" t="7913" b="-148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4.png"/>
          <p:cNvPicPr>
            <a:picLocks noChangeAspect="1"/>
          </p:cNvPicPr>
          <p:nvPr/>
        </p:nvPicPr>
        <p:blipFill>
          <a:blip r:embed="rId3"/>
          <a:srcRect l="10134" t="4583" r="-833" b="-1085"/>
          <a:stretch>
            <a:fillRect/>
          </a:stretch>
        </p:blipFill>
        <p:spPr>
          <a:xfrm>
            <a:off x="0" y="1"/>
            <a:ext cx="12327467" cy="695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5.png"/>
          <p:cNvPicPr>
            <a:picLocks noChangeAspect="1"/>
          </p:cNvPicPr>
          <p:nvPr/>
        </p:nvPicPr>
        <p:blipFill>
          <a:blip r:embed="rId3"/>
          <a:srcRect l="2396" t="7007" r="-1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care_storyboard_slide_6.png"/>
          <p:cNvPicPr>
            <a:picLocks noChangeAspect="1"/>
          </p:cNvPicPr>
          <p:nvPr/>
        </p:nvPicPr>
        <p:blipFill>
          <a:blip r:embed="rId3"/>
          <a:srcRect l="4861" t="7515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3255DD-4AE1-64DD-4251-C8CF7A26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958</Words>
  <Application>Microsoft Office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Cody Harris</cp:lastModifiedBy>
  <cp:revision>1</cp:revision>
  <dcterms:created xsi:type="dcterms:W3CDTF">2013-01-27T09:14:16Z</dcterms:created>
  <dcterms:modified xsi:type="dcterms:W3CDTF">2026-09-23T23:42:09Z</dcterms:modified>
  <cp:category/>
</cp:coreProperties>
</file>